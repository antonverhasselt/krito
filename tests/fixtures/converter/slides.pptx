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122298-0C3C-42CB-ADF5-10391FE6C2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FBEB60-EBEB-4970-9E4D-E5654BB763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A4C8571-BC47-488A-B87C-2D8DF1DE5B8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720000"/>
            <a:ext cx="8280000" cy="28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Breuken: een vierde is 1/4.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Verdeel een taart in vier gelijke delen.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 txBox="1"/>
          <p:nvPr/>
        </p:nvSpPr>
        <p:spPr>
          <a:xfrm>
            <a:off x="720000" y="720000"/>
            <a:ext cx="8280000" cy="28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Een half is twee vierden.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Vergelijk 1/4 en 1/2.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